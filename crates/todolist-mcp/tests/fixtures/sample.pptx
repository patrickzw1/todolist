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Second"/>
    <p:sldId id="257" r:id="rFirst"/>
  </p:sldIdLst>
</p:presentation>
</file>

<file path=ppt/_rels/presentation.xml.rels><Relationships><Relationship Id="rFirst" Target="slides/slide1.xml"/><Relationship Id="rSecond" Target="slides/slide2.xml"/><Relationship Id="external" Target="https://example.invalid/never-fetch" TargetMode="External"/></Relationships>
</file>

<file path=ppt/slides/slide1.xml><?xml version="1.0" encoding="utf-8"?>
<p:sld xmlns:p="p" xmlns:a="a">
  <a:p>
    <a:r>
      <a:t>Second displayed slide</a:t>
    </a:r>
  </a:p>
</p:sld>
</file>

<file path=ppt/slides/slide2.xml><?xml version="1.0" encoding="utf-8"?>
<p:sld xmlns:p="p" xmlns:a="a">
  <a:p>
    <a:r>
      <a:t>First displayed slide</a:t>
    </a:r>
  </a:p>
</p:sld>
</file>